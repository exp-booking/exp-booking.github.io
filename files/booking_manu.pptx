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58" r:id="rId5"/>
    <p:sldId id="257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8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135" y="0"/>
            <a:ext cx="10078085" cy="6649720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V="1">
            <a:off x="2322830" y="2580005"/>
            <a:ext cx="760730" cy="2571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923290" y="2833370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点击提交，系统提示成功且预约时段变灰。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WPS 演示</Application>
  <PresentationFormat>宽屏</PresentationFormat>
  <Paragraphs>22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12</cp:revision>
  <dcterms:created xsi:type="dcterms:W3CDTF">2023-08-09T12:44:00Z</dcterms:created>
  <dcterms:modified xsi:type="dcterms:W3CDTF">2026-03-10T05:46:05Z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