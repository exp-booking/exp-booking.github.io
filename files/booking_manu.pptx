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9" r:id="rId4"/>
    <p:sldId id="258" r:id="rId5"/>
    <p:sldId id="257" r:id="rId6"/>
    <p:sldId id="263" r:id="rId7"/>
    <p:sldId id="265" r:id="rId8"/>
    <p:sldId id="266" r:id="rId9"/>
    <p:sldId id="264" r:id="rId10"/>
    <p:sldId id="262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5f77e426-c635-46b7-a76e-708ab5b3f5d4}">
          <p14:sldIdLst>
            <p14:sldId id="256"/>
          </p14:sldIdLst>
        </p14:section>
        <p14:section name="主试如何预约" id="{949b3004-6a25-4803-a57c-dc4d90f8c1a1}">
          <p14:sldIdLst>
            <p14:sldId id="259"/>
            <p14:sldId id="258"/>
            <p14:sldId id="257"/>
          </p14:sldIdLst>
        </p14:section>
        <p14:section name="被试自主预约" id="{123481bd-0747-49fb-bf5c-e900397cbee3}">
          <p14:sldIdLst>
            <p14:sldId id="263"/>
            <p14:sldId id="265"/>
            <p14:sldId id="266"/>
            <p14:sldId id="264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exp-booking.github.io/simple-booking/&#13;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/>
              <a:t>预约系统使用手册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zh-CN" altLang="en-US"/>
              <a:t>辽宁大学心理测试与行为分析实验室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35" y="0"/>
            <a:ext cx="11377295" cy="6858000"/>
          </a:xfrm>
          <a:prstGeom prst="rect">
            <a:avLst/>
          </a:prstGeom>
        </p:spPr>
      </p:pic>
      <p:cxnSp>
        <p:nvCxnSpPr>
          <p:cNvPr id="6" name="直接箭头连接符 5"/>
          <p:cNvCxnSpPr>
            <a:stCxn id="7" idx="0"/>
          </p:cNvCxnSpPr>
          <p:nvPr/>
        </p:nvCxnSpPr>
        <p:spPr>
          <a:xfrm flipV="1">
            <a:off x="3333115" y="2322830"/>
            <a:ext cx="732790" cy="25717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1963420" y="2580005"/>
            <a:ext cx="2738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accent2"/>
                </a:solidFill>
              </a:rPr>
              <a:t>请点击想要预约的实验室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屏幕截图 2026-03-10 1325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" y="137795"/>
            <a:ext cx="11163300" cy="6581775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 flipH="1" flipV="1">
            <a:off x="5756275" y="5129530"/>
            <a:ext cx="1048385" cy="1079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6804660" y="4950460"/>
            <a:ext cx="3385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accent2"/>
                </a:solidFill>
              </a:rPr>
              <a:t>请点击想要预约的日期和时段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2595" y="156845"/>
            <a:ext cx="11306175" cy="6543675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3905885" y="4070350"/>
            <a:ext cx="4060825" cy="975995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234430" y="1316355"/>
            <a:ext cx="173228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填写预约人姓名，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谁去做实验写谁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808085" y="2171700"/>
            <a:ext cx="2613025" cy="132207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chemeClr val="accent2"/>
                </a:solidFill>
              </a:rPr>
              <a:t>Pilot/</a:t>
            </a:r>
            <a:r>
              <a:rPr lang="zh-CN" altLang="en-US" sz="1600">
                <a:solidFill>
                  <a:schemeClr val="accent2"/>
                </a:solidFill>
              </a:rPr>
              <a:t>实验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程序测试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去干啥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就写啥</a:t>
            </a:r>
            <a:r>
              <a:rPr lang="en-US" altLang="zh-CN" sz="1600">
                <a:solidFill>
                  <a:schemeClr val="accent2"/>
                </a:solidFill>
              </a:rPr>
              <a:t>……</a:t>
            </a:r>
            <a:endParaRPr lang="en-US" altLang="zh-CN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被试预约的话，此处让被试填他自己的姓名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H="1">
            <a:off x="7902575" y="2824480"/>
            <a:ext cx="905510" cy="127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>
            <a:stCxn id="7" idx="2"/>
          </p:cNvCxnSpPr>
          <p:nvPr/>
        </p:nvCxnSpPr>
        <p:spPr>
          <a:xfrm>
            <a:off x="7100570" y="1899920"/>
            <a:ext cx="9525" cy="32067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8847455" y="4030980"/>
            <a:ext cx="2552700" cy="107632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看</a:t>
            </a:r>
            <a:r>
              <a:rPr lang="zh-CN" altLang="en-US" sz="1600" b="1">
                <a:solidFill>
                  <a:schemeClr val="accent2"/>
                </a:solidFill>
              </a:rPr>
              <a:t>页面左上角</a:t>
            </a:r>
            <a:r>
              <a:rPr lang="zh-CN" altLang="en-US" sz="1600">
                <a:solidFill>
                  <a:schemeClr val="accent2"/>
                </a:solidFill>
              </a:rPr>
              <a:t>，房间号只有</a:t>
            </a:r>
            <a:r>
              <a:rPr lang="en-US" altLang="zh-CN" sz="1600">
                <a:solidFill>
                  <a:schemeClr val="accent2"/>
                </a:solidFill>
              </a:rPr>
              <a:t>343</a:t>
            </a:r>
            <a:r>
              <a:rPr lang="zh-CN" altLang="en-US" sz="1600">
                <a:solidFill>
                  <a:schemeClr val="accent2"/>
                </a:solidFill>
              </a:rPr>
              <a:t>和</a:t>
            </a:r>
            <a:r>
              <a:rPr lang="en-US" altLang="zh-CN" sz="1600">
                <a:solidFill>
                  <a:schemeClr val="accent2"/>
                </a:solidFill>
              </a:rPr>
              <a:t>440</a:t>
            </a:r>
            <a:r>
              <a:rPr lang="zh-CN" altLang="en-US" sz="1600">
                <a:solidFill>
                  <a:schemeClr val="accent2"/>
                </a:solidFill>
              </a:rPr>
              <a:t>两个；实验间是</a:t>
            </a:r>
            <a:r>
              <a:rPr lang="en-US" altLang="zh-CN" sz="1600">
                <a:solidFill>
                  <a:schemeClr val="accent2"/>
                </a:solidFill>
              </a:rPr>
              <a:t>EEG</a:t>
            </a:r>
            <a:r>
              <a:rPr lang="zh-CN" altLang="en-US" sz="1600">
                <a:solidFill>
                  <a:schemeClr val="accent2"/>
                </a:solidFill>
              </a:rPr>
              <a:t>还是</a:t>
            </a:r>
            <a:r>
              <a:rPr lang="en-US" altLang="zh-CN" sz="1600">
                <a:solidFill>
                  <a:schemeClr val="accent2"/>
                </a:solidFill>
              </a:rPr>
              <a:t>fNRIS</a:t>
            </a:r>
            <a:r>
              <a:rPr lang="zh-CN" altLang="en-US" sz="1600">
                <a:solidFill>
                  <a:schemeClr val="accent2"/>
                </a:solidFill>
              </a:rPr>
              <a:t>还是其他的，直接填上去即可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12" name="直接箭头连接符 11"/>
          <p:cNvCxnSpPr>
            <a:endCxn id="6" idx="3"/>
          </p:cNvCxnSpPr>
          <p:nvPr/>
        </p:nvCxnSpPr>
        <p:spPr>
          <a:xfrm flipH="1">
            <a:off x="7966710" y="4554220"/>
            <a:ext cx="880745" cy="444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H="1">
            <a:off x="5365750" y="3493770"/>
            <a:ext cx="606425" cy="11493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5973445" y="3321685"/>
            <a:ext cx="1435100" cy="33718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修改精确时段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17" name="右中括号 16"/>
          <p:cNvSpPr/>
          <p:nvPr/>
        </p:nvSpPr>
        <p:spPr>
          <a:xfrm>
            <a:off x="5231765" y="3321050"/>
            <a:ext cx="75565" cy="575310"/>
          </a:xfrm>
          <a:prstGeom prst="rightBracket">
            <a:avLst/>
          </a:prstGeom>
          <a:ln w="31750" cap="rnd">
            <a:solidFill>
              <a:schemeClr val="accent2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8" name="直接箭头连接符 17"/>
          <p:cNvCxnSpPr/>
          <p:nvPr/>
        </p:nvCxnSpPr>
        <p:spPr>
          <a:xfrm flipH="1" flipV="1">
            <a:off x="7493635" y="5346065"/>
            <a:ext cx="194945" cy="4318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5697855" y="5777865"/>
            <a:ext cx="400304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点击提交，系统提示成功且</a:t>
            </a:r>
            <a:r>
              <a:rPr lang="zh-CN" altLang="en-US" sz="1600" b="1">
                <a:solidFill>
                  <a:schemeClr val="bg1">
                    <a:lumMod val="50000"/>
                  </a:schemeClr>
                </a:solidFill>
              </a:rPr>
              <a:t>预约时段变灰</a:t>
            </a:r>
            <a:r>
              <a:rPr lang="zh-CN" altLang="en-US" sz="1600">
                <a:solidFill>
                  <a:schemeClr val="accent2"/>
                </a:solidFill>
              </a:rPr>
              <a:t>。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提交后不可修改，可再次点击取消预约</a:t>
            </a:r>
            <a:endParaRPr lang="zh-CN" altLang="en-US" sz="16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如何招募被试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>
              <a:lnSpc>
                <a:spcPct val="150000"/>
              </a:lnSpc>
            </a:pPr>
            <a:r>
              <a:rPr lang="en-US" altLang="zh-CN">
                <a:sym typeface="+mn-ea"/>
                <a:hlinkClick r:id="rId1" tooltip="" action="ppaction://hlinkfile"/>
              </a:rPr>
              <a:t>https://exp-booking.github.io/simple-booking/</a:t>
            </a:r>
            <a:endParaRPr lang="en-US" altLang="zh-CN">
              <a:sym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/>
              <a:t>给被试这个链接</a:t>
            </a:r>
            <a:r>
              <a:rPr lang="zh-CN" altLang="en-US">
                <a:solidFill>
                  <a:schemeClr val="accent2"/>
                </a:solidFill>
                <a:sym typeface="+mn-ea"/>
              </a:rPr>
              <a:t>⬆</a:t>
            </a:r>
            <a:endParaRPr lang="zh-CN" altLang="en-US">
              <a:solidFill>
                <a:schemeClr val="accent2"/>
              </a:solidFill>
              <a:sym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>
                <a:solidFill>
                  <a:schemeClr val="tx1"/>
                </a:solidFill>
                <a:sym typeface="+mn-ea"/>
              </a:rPr>
              <a:t>通过该链接，被试只能访问被试专用预约系统（如果他们没手欠删了二级链接的话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……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）</a:t>
            </a: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预约规则：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发布链接前，主试需要先确认自己使用的实验间是否已被预约，然后去被试专用预约的页面，</a:t>
            </a:r>
            <a:r>
              <a:rPr lang="zh-CN" altLang="en-US" sz="2400">
                <a:highlight>
                  <a:srgbClr val="FFFF00"/>
                </a:highlight>
              </a:rPr>
              <a:t>手动</a:t>
            </a:r>
            <a:r>
              <a:rPr lang="zh-CN" altLang="en-US" sz="2400"/>
              <a:t>点掉已被预约的时段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需要提前一天预定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有实验的主试可以前一天查看安排，并且登录预约网站填写预约，以防别人占位（尤其是咱们几个同时有实验的时候！！！）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预约信息里面被试电话，有问题可以打电话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最后，因被试预约中含有个人信息，</a:t>
            </a:r>
            <a:r>
              <a:rPr lang="zh-CN" altLang="en-US" sz="2400">
                <a:highlight>
                  <a:srgbClr val="FFFF00"/>
                </a:highlight>
              </a:rPr>
              <a:t>【请登录</a:t>
            </a:r>
            <a:r>
              <a:rPr lang="en-US" altLang="zh-CN" sz="2400">
                <a:highlight>
                  <a:srgbClr val="FFFF00"/>
                </a:highlight>
              </a:rPr>
              <a:t>supabase</a:t>
            </a:r>
            <a:r>
              <a:rPr lang="zh-CN" altLang="en-US" sz="2400">
                <a:highlight>
                  <a:srgbClr val="FFFF00"/>
                </a:highlight>
              </a:rPr>
              <a:t>及时删掉已完成的预约】</a:t>
            </a:r>
            <a:r>
              <a:rPr lang="zh-CN" altLang="en-US" sz="2400"/>
              <a:t>（我不会写过期自动删除，对不起</a:t>
            </a:r>
            <a:r>
              <a:rPr lang="en-US" altLang="zh-CN" sz="2400"/>
              <a:t> :(……</a:t>
            </a:r>
            <a:r>
              <a:rPr lang="zh-CN" altLang="en-US" sz="2400"/>
              <a:t>）</a:t>
            </a:r>
            <a:endParaRPr lang="zh-CN" altLang="en-US"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Supabase</a:t>
            </a:r>
            <a:r>
              <a:rPr lang="zh-CN" altLang="en-US"/>
              <a:t>登录及使用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pPr>
              <a:lnSpc>
                <a:spcPct val="150000"/>
              </a:lnSpc>
            </a:pPr>
            <a:r>
              <a:rPr lang="zh-CN" altLang="en-US"/>
              <a:t>直接使用</a:t>
            </a:r>
            <a:r>
              <a:rPr lang="en-US" altLang="zh-CN"/>
              <a:t>github</a:t>
            </a:r>
            <a:r>
              <a:rPr lang="zh-CN" altLang="en-US"/>
              <a:t>账号登录即可</a:t>
            </a:r>
            <a:endParaRPr lang="zh-CN" altLang="en-US"/>
          </a:p>
          <a:p>
            <a:pPr>
              <a:lnSpc>
                <a:spcPct val="150000"/>
              </a:lnSpc>
            </a:pPr>
            <a:r>
              <a:rPr lang="zh-CN" altLang="en-US"/>
              <a:t>使用用户名、密码的话，应该和群里发的那个一样</a:t>
            </a:r>
            <a:endParaRPr lang="zh-CN" altLang="en-US"/>
          </a:p>
          <a:p>
            <a:pPr>
              <a:lnSpc>
                <a:spcPct val="150000"/>
              </a:lnSpc>
            </a:pPr>
            <a:r>
              <a:rPr lang="zh-CN" altLang="en-US"/>
              <a:t>只有一个</a:t>
            </a:r>
            <a:r>
              <a:rPr lang="en-US" altLang="zh-CN"/>
              <a:t>project</a:t>
            </a:r>
            <a:r>
              <a:rPr lang="zh-CN" altLang="en-US"/>
              <a:t>，里面两个</a:t>
            </a:r>
            <a:r>
              <a:rPr lang="en-US" altLang="zh-CN"/>
              <a:t>tables</a:t>
            </a:r>
            <a:r>
              <a:rPr lang="zh-CN" altLang="en-US"/>
              <a:t>：</a:t>
            </a:r>
            <a:endParaRPr lang="zh-CN" altLang="en-US"/>
          </a:p>
          <a:p>
            <a:pPr lvl="1">
              <a:lnSpc>
                <a:spcPct val="150000"/>
              </a:lnSpc>
            </a:pPr>
            <a:r>
              <a:rPr lang="en-US" altLang="zh-CN"/>
              <a:t>booking-sheet</a:t>
            </a:r>
            <a:r>
              <a:rPr lang="zh-CN" altLang="en-US"/>
              <a:t>不要动！！！这个是咱们自己正式的预约记录，实验员可以定期下载的；</a:t>
            </a:r>
            <a:endParaRPr lang="zh-CN" altLang="en-US"/>
          </a:p>
          <a:p>
            <a:pPr lvl="1">
              <a:lnSpc>
                <a:spcPct val="150000"/>
              </a:lnSpc>
            </a:pPr>
            <a:r>
              <a:rPr lang="en-US" altLang="zh-CN">
                <a:highlight>
                  <a:srgbClr val="FFFF00"/>
                </a:highlight>
              </a:rPr>
              <a:t>booking-simple</a:t>
            </a:r>
            <a:r>
              <a:rPr lang="zh-CN" altLang="en-US"/>
              <a:t>这个是被试专用预约，找到你的被试，删这个</a:t>
            </a:r>
            <a:endParaRPr lang="zh-CN" altLang="en-US"/>
          </a:p>
          <a:p>
            <a:pPr>
              <a:lnSpc>
                <a:spcPct val="150000"/>
              </a:lnSpc>
            </a:pPr>
            <a:r>
              <a:rPr lang="zh-CN" altLang="en-US"/>
              <a:t>直接右键点删除</a:t>
            </a: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>
                <a:sym typeface="+mn-ea"/>
              </a:rPr>
              <a:t>【给被试的】以下内容可以直接复制给被试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zh-CN" altLang="en-US" sz="2000">
                <a:sym typeface="+mn-ea"/>
              </a:rPr>
              <a:t>【报名方式：】</a:t>
            </a:r>
            <a:endParaRPr lang="en-US" altLang="zh-CN" sz="2000"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1</a:t>
            </a:r>
            <a:r>
              <a:rPr lang="zh-CN" altLang="en-US" sz="2000">
                <a:sym typeface="+mn-ea"/>
              </a:rPr>
              <a:t>）预约前请确认符合测试招募要求。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2</a:t>
            </a:r>
            <a:r>
              <a:rPr lang="zh-CN" altLang="en-US" sz="2000">
                <a:sym typeface="+mn-ea"/>
              </a:rPr>
              <a:t>）请使用浏览器打开预约系统</a:t>
            </a:r>
            <a:r>
              <a:rPr lang="en-US" altLang="zh-CN" sz="2000">
                <a:sym typeface="+mn-ea"/>
              </a:rPr>
              <a:t> </a:t>
            </a:r>
            <a:r>
              <a:rPr lang="en-US" altLang="en-US" sz="2000">
                <a:sym typeface="+mn-ea"/>
              </a:rPr>
              <a:t>→</a:t>
            </a:r>
            <a:r>
              <a:rPr lang="en-US" altLang="zh-CN" sz="2000">
                <a:sym typeface="+mn-ea"/>
              </a:rPr>
              <a:t> https://exp-booking.github.io/simple-booking/</a:t>
            </a:r>
            <a:endParaRPr lang="en-US" altLang="zh-CN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3</a:t>
            </a:r>
            <a:r>
              <a:rPr lang="zh-CN" altLang="en-US" sz="2000">
                <a:sym typeface="+mn-ea"/>
              </a:rPr>
              <a:t>）点击您想要预约的时段。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lvl="1">
              <a:lnSpc>
                <a:spcPct val="115000"/>
              </a:lnSpc>
              <a:spcAft>
                <a:spcPts val="0"/>
              </a:spcAft>
            </a:pPr>
            <a:r>
              <a:rPr lang="zh-CN" altLang="en-US" sz="1710">
                <a:sym typeface="+mn-ea"/>
              </a:rPr>
              <a:t>预约需提前至少一天。【请注意，多次实验只需预约第</a:t>
            </a:r>
            <a:r>
              <a:rPr lang="en-US" altLang="zh-CN" sz="1710">
                <a:sym typeface="+mn-ea"/>
              </a:rPr>
              <a:t>1</a:t>
            </a:r>
            <a:r>
              <a:rPr lang="zh-CN" altLang="en-US" sz="1710">
                <a:sym typeface="+mn-ea"/>
              </a:rPr>
              <a:t>天的时段即可】，建议预留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XX</a:t>
            </a:r>
            <a:r>
              <a:rPr lang="zh-CN" altLang="en-US" sz="1710">
                <a:sym typeface="+mn-ea"/>
              </a:rPr>
              <a:t>个小时（实际测试约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YY</a:t>
            </a:r>
            <a:r>
              <a:rPr lang="zh-CN" altLang="en-US" sz="1710">
                <a:sym typeface="+mn-ea"/>
              </a:rPr>
              <a:t>小时）。如需多次实验，可在首测当天预约后续时段。连续实验请务必确保连续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ZZ</a:t>
            </a:r>
            <a:r>
              <a:rPr lang="zh-CN" altLang="en-US" sz="1710">
                <a:sym typeface="+mn-ea"/>
              </a:rPr>
              <a:t>天均可前来。</a:t>
            </a:r>
            <a:endParaRPr lang="zh-CN" altLang="en-US" sz="171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4</a:t>
            </a:r>
            <a:r>
              <a:rPr lang="zh-CN" altLang="en-US" sz="2000">
                <a:sym typeface="+mn-ea"/>
              </a:rPr>
              <a:t>）点击预约时段后，请按要求填写信息并提交预约。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5</a:t>
            </a:r>
            <a:r>
              <a:rPr lang="zh-CN" altLang="en-US" sz="2000">
                <a:sym typeface="+mn-ea"/>
              </a:rPr>
              <a:t>）提交成功后请务必刷新网页，确认系统是否仍显示您的预约信息，以防止多人同时在线预约时，系统无法正确记录预约信息。</a:t>
            </a:r>
            <a:endParaRPr lang="zh-CN" altLang="en-US" sz="2000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35" y="0"/>
            <a:ext cx="11377295" cy="6858000"/>
          </a:xfrm>
          <a:prstGeom prst="rect">
            <a:avLst/>
          </a:prstGeom>
        </p:spPr>
      </p:pic>
      <p:cxnSp>
        <p:nvCxnSpPr>
          <p:cNvPr id="6" name="直接箭头连接符 5"/>
          <p:cNvCxnSpPr>
            <a:stCxn id="7" idx="2"/>
          </p:cNvCxnSpPr>
          <p:nvPr/>
        </p:nvCxnSpPr>
        <p:spPr>
          <a:xfrm>
            <a:off x="2426970" y="4783455"/>
            <a:ext cx="906145" cy="72199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1057275" y="4415155"/>
            <a:ext cx="2738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1. </a:t>
            </a:r>
            <a:r>
              <a:rPr lang="zh-CN" altLang="en-US">
                <a:solidFill>
                  <a:schemeClr val="tx1"/>
                </a:solidFill>
              </a:rPr>
              <a:t>点击查看被试预约情况</a:t>
            </a:r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5" name="直接箭头连接符 4"/>
          <p:cNvCxnSpPr>
            <a:stCxn id="8" idx="2"/>
          </p:cNvCxnSpPr>
          <p:nvPr/>
        </p:nvCxnSpPr>
        <p:spPr>
          <a:xfrm flipH="1">
            <a:off x="8188325" y="2043430"/>
            <a:ext cx="1483995" cy="26162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8302625" y="1398270"/>
            <a:ext cx="27387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2. </a:t>
            </a:r>
            <a:r>
              <a:rPr lang="zh-CN" altLang="en-US">
                <a:solidFill>
                  <a:schemeClr val="tx1"/>
                </a:solidFill>
              </a:rPr>
              <a:t>点击你要预约的实验室，填写预约信息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9517380" y="3429000"/>
            <a:ext cx="212217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rgbClr val="FF0000"/>
                </a:solidFill>
              </a:rPr>
              <a:t>3. </a:t>
            </a:r>
            <a:r>
              <a:rPr lang="zh-CN" altLang="en-US" b="1">
                <a:solidFill>
                  <a:srgbClr val="FF0000"/>
                </a:solidFill>
              </a:rPr>
              <a:t>实验结束后记得登录</a:t>
            </a:r>
            <a:r>
              <a:rPr lang="en-US" altLang="zh-CN" b="1">
                <a:solidFill>
                  <a:schemeClr val="tx1"/>
                </a:solidFill>
              </a:rPr>
              <a:t>supabase</a:t>
            </a:r>
            <a:r>
              <a:rPr lang="zh-CN" altLang="en-US" b="1">
                <a:solidFill>
                  <a:srgbClr val="FF0000"/>
                </a:solidFill>
              </a:rPr>
              <a:t>删掉被试预约，预约里面有被试的个人信息！！！</a:t>
            </a:r>
            <a:endParaRPr lang="zh-CN" altLang="en-US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1019</Words>
  <Application>WPS 演示</Application>
  <PresentationFormat>宽屏</PresentationFormat>
  <Paragraphs>61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6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预约系统使用手册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VCN-Lab</dc:creator>
  <cp:lastModifiedBy>SHANG Linlin</cp:lastModifiedBy>
  <cp:revision>35</cp:revision>
  <dcterms:created xsi:type="dcterms:W3CDTF">2023-08-09T12:44:00Z</dcterms:created>
  <dcterms:modified xsi:type="dcterms:W3CDTF">2026-03-19T02:00:36Z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0B0AC5A4545248DBB59B2AE256995354_12</vt:lpwstr>
  </property>
</Properties>
</file>